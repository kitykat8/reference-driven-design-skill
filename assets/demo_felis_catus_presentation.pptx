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01: ОПТИКА ХИЩНИКА: FELIS CATUS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02: 8 ЛИНИЙ ЭВОЛЮЦИИ FELIDAE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03: РЕФЛЕКС ВЫПРЯМЛЕНИЯ (180° ЗА 0.3 С)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04: СОНАР 64 КГЦ.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05: 01 · МЕЙН-КУН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06: АКРОМЕЛАНИЗМ: ТЕМПЕРАТУРНЫЙ КОД ШЕРСТИ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07: НОРВЕЖСКАЯ ЛЕСНАЯ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08: БИОМЕТРИЧЕСКИЙ РЕЕСТР ПОРОД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09: ТАКТИЛЬНЫЙ 3D-СКАНЕР.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FELIS CATUS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