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1: ОПТИКА ХИЩНИКА: FELIS CAT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2: 8 ЛИНИЙ ЭВОЛЮЦИИ FELIDA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3: РЕФЛЕКС ВЫПРЯМЛЕНИЯ (180° ЗА 0.3 С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4: СОНАР 64 КГ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5: 01 · МЕЙН-КУ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6: АКРОМЕЛАНИЗМ: ТЕМПЕРАТУРНЫЙ КОД ШЕРС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7: НОРВЕЖСКАЯ ЛЕСНА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8: БИОМЕТРИЧЕСКИЙ РЕЕСТР ПОРО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09: ТАКТИЛЬНЫЙ 3D-СКАН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FELIS CATUS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